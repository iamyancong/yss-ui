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15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11</c:v>
                </c:pt>
                <c:pt idx="2">
                  <c:v>17</c:v>
                </c:pt>
                <c:pt idx="3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示例演示文稿 · generic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  <a:p>
            <a:r>
              <a:t>第三点：中文内容</a:t>
            </a:r>
          </a:p>
          <a:p>
            <a:r>
              <a:t>Fourth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and image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572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Generic sample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