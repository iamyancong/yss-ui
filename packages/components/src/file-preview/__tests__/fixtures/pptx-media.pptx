
<file path=[Content_Types].xml><?xml version="1.0" encoding="utf-8"?>
<Types xmlns="http://schemas.openxmlformats.org/package/2006/content-types">
  <Default Extension="wdp" ContentType="image/vnd.ms-photo"/>
  <Default Extension="svg" ContentType="image/svg+xml"/>
  <Default Extension="wmf" ContentType="image/x-wmf"/>
  <Default Extension="emf" ContentType="image/x-emf"/>
  <Default Extension="tif" ContentType="image/tiff"/>
  <Default Extension="tiff" ContentType="image/tiff"/>
  <Default Extension="bmp" ContentType="image/bmp"/>
  <Default Extension="gif" ContentType="image/gif"/>
  <Default Extension="jpg" ContentType="image/jpeg"/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a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b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c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d.bm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e.tif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f.t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g.tif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h.e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j.wm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k.png"/><Relationship Id="rIdSvg" Type="http://schemas.openxmlformats.org/officeDocument/2006/relationships/image" Target="../media/k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l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https://example.com/remote-image.png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n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o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p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q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r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t.wdp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u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v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1. png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2. jpeg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3. gif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4. bmp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5. tiff-lzw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6. tiff-raw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7. tiff-jpeg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8. emf-vector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9. emf-bitmap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10. wmf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11. svg-with-png-fallback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Svg"/>
              </a:ext>
            </a:extLst>
          </a:blip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12. cmyk-jpeg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13. external-link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link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14. missing-part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15. missing-rel-id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999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16. cropped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 l="20000" t="10000" r="20000" b="10000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17. huge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18. jpeg-named-png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19. svg-named-png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20. unknown-format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21. empty-file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9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22. corrupt-png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43000"/>
            <a:ext cx="8534400" cy="4800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